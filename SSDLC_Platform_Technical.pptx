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 i="0">
                <a:solidFill>
                  <a:srgbClr val="00C8FF"/>
                </a:solidFill>
              </a:rPr>
              <a:t>SSDLC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Secure Software Development Lifecycle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 i="1">
                <a:solidFill>
                  <a:srgbClr val="CCD6E0"/>
                </a:solidFill>
              </a:rPr>
              <a:t>AI-Powered Multi-Agent Security Scanning &amp; False Positive Elimination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31920"/>
            <a:ext cx="1737360" cy="40233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1737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4912" y="3931920"/>
            <a:ext cx="1737360" cy="402336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4912" y="3931920"/>
            <a:ext cx="1737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6864" y="3931920"/>
            <a:ext cx="1737360" cy="40233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3931920"/>
            <a:ext cx="1737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Secrets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28816" y="3931920"/>
            <a:ext cx="1737360" cy="40233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8816" y="3931920"/>
            <a:ext cx="1737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Code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30768" y="3931920"/>
            <a:ext cx="1737360" cy="40233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3931920"/>
            <a:ext cx="1737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Reachability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3931920"/>
            <a:ext cx="1737360" cy="402336"/>
          </a:xfrm>
          <a:prstGeom prst="rect">
            <a:avLst/>
          </a:prstGeom>
          <a:solidFill>
            <a:srgbClr val="6BF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3931920"/>
            <a:ext cx="1737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FP Challenger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754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Powered by Ollama  ·  Local LLM  ·  Apple Silicon GPU  ·  Air-Gapped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852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00FFA3"/>
                </a:solidFill>
              </a:rPr>
              <a:t>Technical Architecture &amp;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C8FF"/>
                </a:solidFill>
              </a:rPr>
              <a:t>Platform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End-to-end automated security scanning embedded into the development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188720"/>
            <a:ext cx="3566160" cy="521208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88720"/>
            <a:ext cx="41148" cy="5212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252728"/>
            <a:ext cx="3429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🔍  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627632"/>
            <a:ext cx="3401568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Multi-tool SAST scanning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Semgrep + SpotBugs/FindSecBugs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Secret detection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SCA dependency CVEs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Java bytecode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7096" y="1188720"/>
            <a:ext cx="3566160" cy="521208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7096" y="1188720"/>
            <a:ext cx="41148" cy="521208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88536" y="1252728"/>
            <a:ext cx="3429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</a:rPr>
              <a:t>🤖  Analyse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1627632"/>
            <a:ext cx="3401568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LLM-powered FP pipeline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3-layer false-positive filter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High-stakes CWE escalation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Vector memory similarity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Blast radius enrichment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4" y="1188720"/>
            <a:ext cx="3566160" cy="521208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4" y="1188720"/>
            <a:ext cx="41148" cy="521208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252728"/>
            <a:ext cx="3429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</a:rPr>
              <a:t>✅  Decide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627632"/>
            <a:ext cx="3401568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REAL / FP / ESCALATED verdict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Confidence scoring 0–1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FP Challenger verification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Code review per file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Human-label feedback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CCD6E0"/>
                </a:solidFill>
              </a:rPr>
              <a:t>Single platform · One scan triggers all agents · Results in &lt; 5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C8FF"/>
                </a:solidFill>
              </a:rPr>
              <a:t>High-Level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FastAPI backend · PostgreSQL/pgvector · React UI · Ollama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12880" cy="56692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4864" cy="5669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25296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UI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271016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React + TypeScript  |  Real-time SSE streaming  |  Command Centre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20240"/>
            <a:ext cx="11612880" cy="56692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920240"/>
            <a:ext cx="54864" cy="56692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56816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FFA3"/>
                </a:solidFill>
              </a:rPr>
              <a:t>API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002536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FastAPI (async)  |  REST endpoints  |  SSE scan stream  |  Watchdog SLA monitor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51760"/>
            <a:ext cx="11612880" cy="56692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651760"/>
            <a:ext cx="54864" cy="56692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88336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Agent 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734056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SAST · SpotBugs · SCA · Secrets · Code Review · Reachability · FP Pipeline · FP Challenger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383280"/>
            <a:ext cx="11612880" cy="56692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54864" cy="5669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19856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LLM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465576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Ollama  |  Tier-1: qwen2.5-coder:14b  |  Tier-2: llama3.2:3b  |  Apple Silicon Metal GPU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114800"/>
            <a:ext cx="11612880" cy="56692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114800"/>
            <a:ext cx="54864" cy="5669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51376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Data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197096"/>
            <a:ext cx="9235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PostgreSQL + pgvector  |  fp_decisions · findings_reports · workflow_runs  |  UniXcoder embeddings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1764792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00C8FF"/>
                </a:solidFill>
              </a:rPr>
              <a:t>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2487168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00C8FF"/>
                </a:solidFill>
              </a:rPr>
              <a:t>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209544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00C8FF"/>
                </a:solidFill>
              </a:rPr>
              <a:t>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393192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00C8FF"/>
                </a:solidFill>
              </a:rPr>
              <a:t>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CCD6E0"/>
                </a:solidFill>
              </a:rPr>
              <a:t>Docker sandbox for Semgrep  ·  Air-gap ready  ·  No cloud dependency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C8FF"/>
                </a:solidFill>
              </a:rPr>
              <a:t>Scan Pipeline — Agent Execution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5-step orchestrated pipeline: code submission → verified security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011680" cy="292608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011680" cy="3200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1673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6420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0C8FF"/>
                </a:solidFill>
              </a:rPr>
              <a:t>Graph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48840"/>
            <a:ext cx="20116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Call graph
construction
from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25146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7168" y="1280160"/>
            <a:ext cx="2011680" cy="292608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87168" y="1280160"/>
            <a:ext cx="2011680" cy="32004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7168" y="131673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166420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0FFA3"/>
                </a:solidFill>
              </a:rPr>
              <a:t>Parallel 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2148840"/>
            <a:ext cx="20116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SAST + SCA
+ Secrets +
SpotBugs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5146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0016" y="1280160"/>
            <a:ext cx="2011680" cy="292608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0016" y="1280160"/>
            <a:ext cx="2011680" cy="3200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131673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166420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D600"/>
                </a:solidFill>
              </a:rPr>
              <a:t>FP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148840"/>
            <a:ext cx="20116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L1 Rules →
L3 LLM
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984" y="25146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12864" y="1280160"/>
            <a:ext cx="2011680" cy="292608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12864" y="1280160"/>
            <a:ext cx="2011680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12864" y="131673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2864" y="166420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8C00"/>
                </a:solidFill>
              </a:rPr>
              <a:t>Code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2148840"/>
            <a:ext cx="20116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Per-file LLM
review of
vulnerable files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42832" y="25146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25712" y="1280160"/>
            <a:ext cx="2011680" cy="292608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25712" y="1280160"/>
            <a:ext cx="2011680" cy="3200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25712" y="131673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STEP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5712" y="166420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6B6B"/>
                </a:solidFill>
              </a:rPr>
              <a:t>FP Challenger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5712" y="2148840"/>
            <a:ext cx="20116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Re-evaluate
REAL findings
for reversals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87168" y="42976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00FFA3"/>
                </a:solidFill>
              </a:rPr>
              <a:t>⚡ All 4 scanners run concurrently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434840"/>
            <a:ext cx="1828800" cy="38404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4434840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Semgrep findings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12848" y="4434840"/>
            <a:ext cx="1828800" cy="38404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12848" y="4434840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SpotBugs findings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51376" y="4434840"/>
            <a:ext cx="1828800" cy="38404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51376" y="4434840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CVE findings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9904" y="4434840"/>
            <a:ext cx="1828800" cy="3840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9904" y="4434840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Secret findings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28432" y="4434840"/>
            <a:ext cx="1828800" cy="384048"/>
          </a:xfrm>
          <a:prstGeom prst="rect">
            <a:avLst/>
          </a:prstGeom>
          <a:solidFill>
            <a:srgbClr val="6BF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28432" y="4434840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FP verdicts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66960" y="4434840"/>
            <a:ext cx="182880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66960" y="4434840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Code issues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0" y="4910328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CCD6E0"/>
                </a:solidFill>
              </a:rPr>
              <a:t>↑  Consolidated outputs written to PostgreSQL — streamed live to UI via SSE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C8FF"/>
                </a:solidFill>
              </a:rPr>
              <a:t>SAST Agent — 3-Layer False Positive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Semgrep OSS (Docker sandbox) + FindSecBugs + intelligent FP elimination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5303520" cy="114300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45720" cy="1143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289304"/>
            <a:ext cx="5166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1. Semgrep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636776"/>
            <a:ext cx="5166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42 OWASP + custom rules
236 Java files · Docker sandboxed
Outputs: rule_id, CWE, file,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3957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00C8FF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532888"/>
            <a:ext cx="5303520" cy="114300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532888"/>
            <a:ext cx="45720" cy="114300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587752"/>
            <a:ext cx="5166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FFA3"/>
                </a:solidFill>
              </a:rPr>
              <a:t>2. Layer 1 —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935224"/>
            <a:ext cx="5166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Deterministic YAML rules
Pattern matching on code_snippet
Fast: 0ms, no LLM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69417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00C8FF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831336"/>
            <a:ext cx="5303520" cy="114300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831336"/>
            <a:ext cx="45720" cy="1143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3886200"/>
            <a:ext cx="5166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3. Layer 3 —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4233672"/>
            <a:ext cx="5166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Tier-1 LLM for high-stakes CWEs
Tier-2 LLM for standard findings
JSON: verdict + confidence + 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99262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00C8FF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5129784"/>
            <a:ext cx="5303520" cy="114300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5129784"/>
            <a:ext cx="45720" cy="1143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5184648"/>
            <a:ext cx="5166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4. Escalation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5532120"/>
            <a:ext cx="5166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confidence &lt; 0.60 → escalate to T1
High-stakes CWE always T1
FP Challenger re-evaluates REAL/ESC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1207008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Verdict Classification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1691640"/>
            <a:ext cx="5943600" cy="1170432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1691640"/>
            <a:ext cx="45720" cy="1170432"/>
          </a:xfrm>
          <a:prstGeom prst="rect">
            <a:avLst/>
          </a:prstGeom>
          <a:solidFill>
            <a:srgbClr val="6BF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53328" y="1783080"/>
            <a:ext cx="1463040" cy="329184"/>
          </a:xfrm>
          <a:prstGeom prst="rect">
            <a:avLst/>
          </a:prstGeom>
          <a:solidFill>
            <a:srgbClr val="6BF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53328" y="1783080"/>
            <a:ext cx="1463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REAL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178308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Genuine vulnerability — high confidence
shown in security findings report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990088"/>
            <a:ext cx="5943600" cy="1170432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0" y="2990088"/>
            <a:ext cx="45720" cy="1170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53328" y="3081528"/>
            <a:ext cx="1463040" cy="32918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53328" y="3081528"/>
            <a:ext cx="1463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FP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3081528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False positive — suppressed from report
stored for training feedback loop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288536"/>
            <a:ext cx="5943600" cy="1170432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4288536"/>
            <a:ext cx="45720" cy="117043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8" y="4379976"/>
            <a:ext cx="1463040" cy="32918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53328" y="4379976"/>
            <a:ext cx="1463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ESCALATED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4379976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Low confidence or high-stakes CWE
queued for manual security review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5532120"/>
            <a:ext cx="5943600" cy="68580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0" y="5532120"/>
            <a:ext cx="45720" cy="68580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53328" y="5559552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</a:rPr>
              <a:t>SpotBugs + FindSecBugs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53328" y="5833872"/>
            <a:ext cx="5806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Java bytecode analysis · 112 bug patterns · Source snippet resolved from class path · Same FP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C8FF"/>
                </a:solidFill>
              </a:rPr>
              <a:t>SCA Agent — Dependency Vulnerability Scanning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Multi-ecosystem CVE detection: Maven · Python pip · Node.js npm · OSV/NVD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5303520" cy="1170432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45720" cy="1170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289304"/>
            <a:ext cx="5166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1. Step 1 — Manifest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636776"/>
            <a:ext cx="51663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Locate pom.xml / requirements*.txt / package.json
Auto-detect project type per directory
Skip build output dirs (target, dist, node_modules)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4231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00C8FF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532888"/>
            <a:ext cx="5303520" cy="1170432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532888"/>
            <a:ext cx="45720" cy="117043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587752"/>
            <a:ext cx="5166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FFA3"/>
                </a:solidFill>
              </a:rPr>
              <a:t>2. Step 2 — Version Resolution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935224"/>
            <a:ext cx="51663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Maven: parse &lt;version&gt; tags or run mvnw dependency:list
BOM inheritance resolved via Maven wrapper
Python: pip-audit · Node: npm audit --json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72160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00C8FF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831336"/>
            <a:ext cx="5303520" cy="1170432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831336"/>
            <a:ext cx="45720" cy="117043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3886200"/>
            <a:ext cx="5166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3. Step 3 — OSV Batch CVE Lookup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4233672"/>
            <a:ext cx="51663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POST /v1/querybatch — 50 packages per request
GET /v1/vulns/{id} for full advisory details
Extracts: severity, fixed version, CVE 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02005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00C8FF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5129784"/>
            <a:ext cx="5303520" cy="1170432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5129784"/>
            <a:ext cx="45720" cy="1170432"/>
          </a:xfrm>
          <a:prstGeom prst="rect">
            <a:avLst/>
          </a:prstGeom>
          <a:solidFill>
            <a:srgbClr val="6BF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5184648"/>
            <a:ext cx="5166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6BFFB8"/>
                </a:solidFill>
              </a:rPr>
              <a:t>4. Step 4 — Finding Enrichment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5532120"/>
            <a:ext cx="51663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CVSS score → CRITICAL / HIGH / MEDIUM / LOW
Fixed version extracted from affected ranges
Inserted into findings_reports (ecosystem=maven/python/npm)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1207008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Supported Ecosystems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1691640"/>
            <a:ext cx="5943600" cy="141732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1691640"/>
            <a:ext cx="45720" cy="14173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53328" y="1764792"/>
            <a:ext cx="5943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Maven (Java)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53328" y="2112264"/>
            <a:ext cx="5806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pom.xml parse + mvnw dependency:list fallback
Resolves Spring Boot BOM-managed transitive deps
OSV Maven ecosystem · group:artifact:version format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3264408"/>
            <a:ext cx="5943600" cy="141732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3264408"/>
            <a:ext cx="45720" cy="14173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53328" y="3337560"/>
            <a:ext cx="5943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FFA3"/>
                </a:solidFill>
              </a:rPr>
              <a:t>Python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53328" y="3685032"/>
            <a:ext cx="5806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pip-audit scans requirements*.txt
PyPI Advisory Database via OSV
Outputs: package, installed version, CVE, fix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4837176"/>
            <a:ext cx="5943600" cy="141732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4837176"/>
            <a:ext cx="45720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53328" y="4910328"/>
            <a:ext cx="5943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Node.js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53328" y="5257800"/>
            <a:ext cx="5806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npm audit --json per package.json directory
npm Advisory Database
Severity mapping: moderate → 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CCD6E0"/>
                </a:solidFill>
              </a:rPr>
              <a:t>BOM inheritance fix: Spring Boot parent POM manages all versions — mvnw dependency:list resolves 89 transitive deps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C8FF"/>
                </a:solidFill>
              </a:rPr>
              <a:t>Secrets Scanner Agent — Credential &amp; Token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Regex + entropy analysis across all source files · Zero false-positive on test fixtures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20700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Detection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664208"/>
            <a:ext cx="5303520" cy="138988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664208"/>
            <a:ext cx="45720" cy="138988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737360"/>
            <a:ext cx="5166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Pattern-Based Regex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066544"/>
            <a:ext cx="5166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High-confidence patterns for well-known secret formats:
AWS Access Keys (AKIA…) · GitHub tokens (ghp_…) · Stripe keys
JWT tokens · Private keys (-----BEGIN RSA…) · Basic auth strings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3200400"/>
            <a:ext cx="5303520" cy="138988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3200400"/>
            <a:ext cx="45720" cy="138988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3273552"/>
            <a:ext cx="5166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FFA3"/>
                </a:solidFill>
              </a:rPr>
              <a:t>Entropy-Based Heuristic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3602736"/>
            <a:ext cx="5166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Shannon entropy score on strings in assignments
High-entropy strings (&gt;4.5 bits/char) flagged as candidate secrets
Combined with keyword hints: password, secret, token, key, api_key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736592"/>
            <a:ext cx="5303520" cy="138988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4736592"/>
            <a:ext cx="45720" cy="138988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4809744"/>
            <a:ext cx="5166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Context-Aware Filtering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5138928"/>
            <a:ext cx="5166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Suppresses false positives from test fixtures, examples, comments
File-type aware: skips .md, .txt docs and __pycache__
Allowlist for known safe patterns (e.g. placeholder 'YOUR_KEY_HERE')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207008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Secret Categories Detected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664208"/>
            <a:ext cx="2898648" cy="129844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1664208"/>
            <a:ext cx="45720" cy="12984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1737360"/>
            <a:ext cx="276148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API Keys &amp; Tokens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2084832"/>
            <a:ext cx="276148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AWS, GCP, Azure, GitHub, Slack,
Stripe, Twilio, SendGrid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664208"/>
            <a:ext cx="2898648" cy="129844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1664208"/>
            <a:ext cx="45720" cy="129844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0848" y="1737360"/>
            <a:ext cx="276148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Authentication Creds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2084832"/>
            <a:ext cx="276148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Passwords, Basic Auth,
HTTP Authorization headers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3081528"/>
            <a:ext cx="2898648" cy="129844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3081528"/>
            <a:ext cx="45720" cy="129844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53328" y="3154680"/>
            <a:ext cx="276148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</a:rPr>
              <a:t>Cryptographic Keys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53328" y="3502152"/>
            <a:ext cx="276148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RSA/EC private keys, SSH keys,
PEM certificates, JWT secrets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3081528"/>
            <a:ext cx="2898648" cy="129844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61120" y="3081528"/>
            <a:ext cx="45720" cy="1298448"/>
          </a:xfrm>
          <a:prstGeom prst="rect">
            <a:avLst/>
          </a:prstGeom>
          <a:solidFill>
            <a:srgbClr val="6BF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70848" y="3154680"/>
            <a:ext cx="276148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6BFFB8"/>
                </a:solidFill>
              </a:rPr>
              <a:t>Database Credentials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3502152"/>
            <a:ext cx="2761488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Connection strings with passwords,
MySQL/Postgres/MongoDB URIs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526280"/>
            <a:ext cx="5943600" cy="118872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4526280"/>
            <a:ext cx="45720" cy="1188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53328" y="4590288"/>
            <a:ext cx="5943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Finding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3328" y="4919472"/>
            <a:ext cx="58064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rule_id: secrets/aws-access-key  ·  severity: CRITICAL
file_path: src/config/AppConfig.java  ·  line_start: 42
code_snippet: String awsKey = "AKIA...";  ·  message: Hardcoded AWS credential detected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CCD6E0"/>
                </a:solidFill>
              </a:rPr>
              <a:t>Runs in parallel with SAST · Results streamed to UI · Same findings_reports schema · FP pipeline applied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C8FF"/>
                </a:solidFill>
              </a:rPr>
              <a:t>Reachability Analysis — Pipeline &amp; CIA Impact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Call graph BFS · Taint tracking · CIA triad from CVSS vector · Risk = Reachability × 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07008"/>
            <a:ext cx="5257800" cy="120700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07008"/>
            <a:ext cx="45720" cy="1207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261872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1. Step 1 — Call Graph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591056"/>
            <a:ext cx="512064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Static source analysis builds a directed call graph
Caller → callee edges · Java class hierarchy · depth cap = 5
Entry points: HTTP Servlets, @RestController, main(), public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8900" y="2432304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00C8FF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551176"/>
            <a:ext cx="5257800" cy="120700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551176"/>
            <a:ext cx="45720" cy="120700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606040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</a:rPr>
              <a:t>2. Step 2 — Taint Analysis (Source → Sink)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935224"/>
            <a:ext cx="512064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Tracks user-controlled input from source to vulnerable sink
Sources: request.getParameter(), headers, form fields
Sinks: SQL execute(), Runtime.exec(), response.write()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8900" y="3776472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00C8FF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895344"/>
            <a:ext cx="5257800" cy="120700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895344"/>
            <a:ext cx="45720" cy="12070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3950208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3. Step 3 — Blast Radius BFS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4279392"/>
            <a:ext cx="512064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BFS traversal up the call graph from the vulnerable node
Counts all unique callers (direct + transitive) reaching the vuln
blast_radius stored per finding in findings_reports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8900" y="5120640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00C8FF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5239512"/>
            <a:ext cx="5257800" cy="120700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5239512"/>
            <a:ext cx="45720" cy="1207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5294376"/>
            <a:ext cx="5120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4. Step 4 — LLM Verdict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5623560"/>
            <a:ext cx="5120640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Tier-2 LLM (llama3.2:3b) evaluates the full call path
Context: entry points, taint path, call chain, code snippet
Verdict: REACHABLE / NOT_REACHABLE / UNKNOWN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188720"/>
            <a:ext cx="6126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CIA Triad — Impact Scoring from CVSS Vector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1572768"/>
            <a:ext cx="6126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Each reachable finding is scored against CIA using the CVSS v3 vector returned by OSV (C:H/I:H/A:H)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1920240"/>
            <a:ext cx="6126480" cy="1078992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60720" y="1920240"/>
            <a:ext cx="45720" cy="10789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70448" y="2002536"/>
            <a:ext cx="2194560" cy="3017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0448" y="2002536"/>
            <a:ext cx="21945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 — Confidentiality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1975104"/>
            <a:ext cx="35661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Can an attacker exfiltrate data?
SQL injection leaking records · Path traversal
exposing files · SSRF reading internal services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3108960"/>
            <a:ext cx="6126480" cy="1078992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60720" y="3108960"/>
            <a:ext cx="45720" cy="107899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70448" y="3191256"/>
            <a:ext cx="2194560" cy="3017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0448" y="3191256"/>
            <a:ext cx="21945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I — Integrity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3163824"/>
            <a:ext cx="35661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Can an attacker modify data or execute code?
Command injection · Deserialization RCE
CSRF modifying state · Stored XSS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4297680"/>
            <a:ext cx="6126480" cy="1078992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60720" y="4297680"/>
            <a:ext cx="45720" cy="10789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70448" y="4379976"/>
            <a:ext cx="2194560" cy="30175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70448" y="4379976"/>
            <a:ext cx="219456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A — Availability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4352544"/>
            <a:ext cx="35661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Can an attacker cause denial of service?
Resource exhaustion · ReDoS · Infinite loop
Uncontrolled recursion consuming heap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5513832"/>
            <a:ext cx="6126480" cy="530352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60720" y="5513832"/>
            <a:ext cx="45720" cy="5303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70448" y="5550408"/>
            <a:ext cx="5989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Risk Score  =  Reachability Verdict  ×  CIA Impact  ×  CVSS Exploitability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70448" y="5843016"/>
            <a:ext cx="5989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REACHABLE + C:H/I:H + AV:Network → CRITICAL priority  ·  Findings sorted by Risk Score in UI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CCD6E0"/>
                </a:solidFill>
              </a:rPr>
              <a:t>Reachable findings surface first in developer queue · Reduces MTTR by eliminating noise from unreachable vulns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C8FF"/>
                </a:solidFill>
              </a:rPr>
              <a:t>Eclipse Steady &amp; Taint Analysis — Deep Reachability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Function-level CVE reachability · Static + dynamic · Taint source-to-sink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170432"/>
            <a:ext cx="5577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Eclipse Steady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554480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Formerly SAP Vulas — purpose-built for SCA + function-level reachability combined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883664"/>
            <a:ext cx="5577840" cy="105156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883664"/>
            <a:ext cx="45720" cy="1051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938528"/>
            <a:ext cx="5440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Why Eclipse Steady?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249424"/>
            <a:ext cx="5440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OSV says 'this library version has a CVE'
Eclipse Steady answers: 'is the specific vulnerable
function in that library actually called by your app?'
Eliminates false alarms from unused vulnerable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953512"/>
            <a:ext cx="3657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C8FF"/>
                </a:solidFill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054096"/>
            <a:ext cx="5577840" cy="105156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3054096"/>
            <a:ext cx="45720" cy="105156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" y="3108960"/>
            <a:ext cx="5440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</a:rPr>
              <a:t>Static Call Graph Tracing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3419856"/>
            <a:ext cx="5440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After SCA finds a CVE (e.g. Log4Shell in log4j-core)
Steady traces call graph from your app into the
vulnerable library method (e.g. JndiLookup.lookup())
Verdict: function_reachable = true / false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123944"/>
            <a:ext cx="3657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C8FF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224528"/>
            <a:ext cx="5577840" cy="105156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4224528"/>
            <a:ext cx="45720" cy="10515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4279392"/>
            <a:ext cx="5440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Dynamic Analysis (Runtime Confirmation)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4590288"/>
            <a:ext cx="5440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Instruments JVM during test suite execution
Captures actual method invocations at runtime
Catches reflection, dynamic proxies, Spring AOP calls
that static analysis cannot see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294376"/>
            <a:ext cx="3657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C8FF"/>
                </a:solidFill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394960"/>
            <a:ext cx="5577840" cy="105156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5394960"/>
            <a:ext cx="45720" cy="10515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" y="5449824"/>
            <a:ext cx="5440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Integration Point in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" y="5760720"/>
            <a:ext cx="5440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Triggers after SCA agent finds HIGH/CRITICAL CVEs
Runs in parallel with FP pipeline (Step 2 → Step 3)
Upgrades SCA finding: library_vulnerable → function_reachable
Result stored in findings_reports.blast_radius + metadata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1170432"/>
            <a:ext cx="5806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FFA3"/>
                </a:solidFill>
              </a:rPr>
              <a:t>Taint Analysis — Source to Sink Tracking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1627632"/>
            <a:ext cx="5806440" cy="1078992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0760" y="1627632"/>
            <a:ext cx="45720" cy="107899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1691640"/>
            <a:ext cx="5669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FFA3"/>
                </a:solidFill>
              </a:rPr>
              <a:t>Taint Sources (User-Controlled Input)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0488" y="2002536"/>
            <a:ext cx="56692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request.getParameter() · request.getHeader()
getInputStream() · cookie values
CLI args (args[]) · Environment variables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2834640"/>
            <a:ext cx="5806440" cy="1078992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60" y="2834640"/>
            <a:ext cx="45720" cy="1078992"/>
          </a:xfrm>
          <a:prstGeom prst="rect">
            <a:avLst/>
          </a:prstGeom>
          <a:solidFill>
            <a:srgbClr val="6BF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0488" y="2898648"/>
            <a:ext cx="5669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6BFFB8"/>
                </a:solidFill>
              </a:rPr>
              <a:t>Taint Sinks (Dangerous Operations)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0488" y="3209544"/>
            <a:ext cx="56692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SQL: Statement.execute() · PreparedStatement
OS: Runtime.exec() · ProcessBuilder
Output: response.write() · PrintWriter.print()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4041648"/>
            <a:ext cx="5806440" cy="1078992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80760" y="4041648"/>
            <a:ext cx="45720" cy="10789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0488" y="4105656"/>
            <a:ext cx="5669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Taint Propagation Rules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0488" y="4416552"/>
            <a:ext cx="56692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String concatenation with tainted value → tainted
Method return value if arg is tainted → tainted
Sanitiser calls (encode, escape, validate) → untaint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5285232"/>
            <a:ext cx="5806440" cy="713232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80760" y="5285232"/>
            <a:ext cx="45720" cy="71323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90488" y="5321808"/>
            <a:ext cx="5806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CVSS v3 Exploitability Sub-Score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0488" y="5596128"/>
            <a:ext cx="5669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AV: Network (N) &gt; Adjacent (A) &gt; Local (L)  ·  AC: Low (L) &gt; High (H)
PR: None (N) &gt; Low (L) &gt; High (H)  ·  UI: None (N) &gt; Required (R)
Network + Low complexity + No privileges = highest exploitability weight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CCD6E0"/>
                </a:solidFill>
              </a:rPr>
              <a:t>Eclipse Steady + Taint + CIA + CVSS Exploitability = complete exploitability picture beyond simple CVE presence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C8FF"/>
                </a:solidFill>
              </a:rPr>
              <a:t>LLM Architecture — Ollama Local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Two-tier model strategy: accuracy vs speed — fully local, no cloud dependency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394960" cy="228600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4864" cy="2286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98448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TIER 1  —  High-Accuracy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FFD600"/>
                </a:solidFill>
              </a:rPr>
              <a:t>qwen2.5-coder : 14b-instruct-q5_K_M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48840"/>
            <a:ext cx="5212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▸  SAST FP analysis — complex code 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95728"/>
            <a:ext cx="5212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▸  High-stakes CWE arbitration (SQLi, XSS, RCE…)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42616"/>
            <a:ext cx="5212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▸  Confidence escalation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89504"/>
            <a:ext cx="5212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▸  Code Review per-file vulnerability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49039"/>
            <a:ext cx="5394960" cy="228600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749039"/>
            <a:ext cx="54864" cy="228600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813048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FFA3"/>
                </a:solidFill>
              </a:rPr>
              <a:t>TIER 2  —  Fast Routing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20624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FFD600"/>
                </a:solidFill>
              </a:rPr>
              <a:t>llama3.2 : 3b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663440"/>
            <a:ext cx="5212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▸  FP Challenger — initial screening of REAL findings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910328"/>
            <a:ext cx="5212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▸  CVE class extraction from advisory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157216"/>
            <a:ext cx="5212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▸  Reachability verdict (REACHABLE / NOT_REACHABLE)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404104"/>
            <a:ext cx="5212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▸  Standard SAST findings — fast classification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234440"/>
            <a:ext cx="5897880" cy="146304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1234440"/>
            <a:ext cx="54864" cy="14630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298448"/>
            <a:ext cx="5897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</a:rPr>
              <a:t>Ollama 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1691640"/>
            <a:ext cx="5715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Local HTTP API  ·  http://localhost:11434
Apple Silicon Metal GPU acceleration
Concurrent generation: OLLAMA_NUM_PARALLEL=2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2834640"/>
            <a:ext cx="5897880" cy="86868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89320" y="2834640"/>
            <a:ext cx="45720" cy="8686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9048" y="2889504"/>
            <a:ext cx="5897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Escalation Logic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9048" y="3182112"/>
            <a:ext cx="5760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confidence &lt; 0.60 → auto-escalate Tier-2 → Tier-1
High-stakes CWEs always start on Tier-1
Up to 2 LLM calls per finding for accuracy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3803904"/>
            <a:ext cx="5897880" cy="86868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89320" y="3803904"/>
            <a:ext cx="45720" cy="86868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8" y="3858768"/>
            <a:ext cx="5897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</a:rPr>
              <a:t>Prompt Engineering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9048" y="4151376"/>
            <a:ext cx="5760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YAML prompt store (versioned v1.0)
System + user role separation
Code wrapped in &lt;user_code&gt; tags (injection defence)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4773168"/>
            <a:ext cx="5897880" cy="86868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89320" y="4773168"/>
            <a:ext cx="45720" cy="86868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8" y="4828032"/>
            <a:ext cx="5897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Vector Memory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9048" y="5120640"/>
            <a:ext cx="5760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UniXcoder embeddings (dim=768)
Top-5 similar past decisions injected as context
PostgreSQL pgvector cosine similarity search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5742432"/>
            <a:ext cx="5897880" cy="86868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89320" y="5742432"/>
            <a:ext cx="45720" cy="868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8" y="5797296"/>
            <a:ext cx="5897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Structured 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9048" y="6089904"/>
            <a:ext cx="5760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JSON schema: verdict · confidence · fp_category · reasoning
Strict parse with fallback ESCALATED on failure
max_tokens=2048 (thinking model headroom)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C8FF"/>
                </a:solidFill>
              </a:rPr>
              <a:t>Security Agents — Capabilities &amp;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Six specialised agents run in an orchestrated pipeline for each scan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188720"/>
            <a:ext cx="3794760" cy="237744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88720"/>
            <a:ext cx="41148" cy="2377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252728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SAST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627632"/>
            <a:ext cx="3630168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Semgrep OSS in Docker sandbox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42 OWASP + custom YAML rules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Java, Python, JS support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CWE mapping + OWASP category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Code snippet extraction from source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7096" y="1188720"/>
            <a:ext cx="3794760" cy="237744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7096" y="1188720"/>
            <a:ext cx="41148" cy="237744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88536" y="1252728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</a:rPr>
              <a:t>SpotBugs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1627632"/>
            <a:ext cx="3630168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Java bytecode static analysis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FindSecBugs security plugin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112 security bug patterns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Runs against compiled .class files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Source snippet resolved from classpath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4" y="1188720"/>
            <a:ext cx="3794760" cy="237744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4" y="1188720"/>
            <a:ext cx="41148" cy="23774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252728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</a:rPr>
              <a:t>SCA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627632"/>
            <a:ext cx="3630168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Software composition analysis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Maven pom.xml dependency parse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OSV / NVD CVE database lookup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CVSS score + fix version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85 CVEs detected per scan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3730752"/>
            <a:ext cx="3794760" cy="237744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" y="3730752"/>
            <a:ext cx="41148" cy="2377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3794760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Secret Scanner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" y="4169664"/>
            <a:ext cx="3630168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Regex + entropy-based detection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API keys, tokens, passwords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95 source files scanned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No false-positive on test fixtures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File + line + secret type reported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7096" y="3730752"/>
            <a:ext cx="3794760" cy="237744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97096" y="3730752"/>
            <a:ext cx="41148" cy="2377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88536" y="3794760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Code Review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6824" y="4169664"/>
            <a:ext cx="3630168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Per-file LLM security review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Tier-1 LLM for deep analysis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Identifies issues Semgrep misses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Outputs severity + description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Runs concurrently post-SAST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3024" y="3730752"/>
            <a:ext cx="3794760" cy="237744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93024" y="3730752"/>
            <a:ext cx="41148" cy="2377440"/>
          </a:xfrm>
          <a:prstGeom prst="rect">
            <a:avLst/>
          </a:prstGeom>
          <a:solidFill>
            <a:srgbClr val="6BF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4464" y="3794760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6BFFB8"/>
                </a:solidFill>
              </a:rPr>
              <a:t>FP Challenger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4169664"/>
            <a:ext cx="3630168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Re-evaluates REAL/ESCALATED findings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Tier-2 LLM for speed at scale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Detects false positives missed by L3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fp_found counter tracks reversals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Updates fp_decisions in DB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C8FF"/>
                </a:solidFill>
              </a:rPr>
              <a:t>Data Flow &amp; Persistence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PostgreSQL + pgvector · Async connection pool · Real-time SSE streaming to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188720"/>
            <a:ext cx="3749039" cy="221284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88720"/>
            <a:ext cx="41148" cy="221284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252728"/>
            <a:ext cx="36118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workflow_runs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627632"/>
            <a:ext cx="3584447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run_id (PK)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state: pending→running→completed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metadata JSONB (fp_summary, scan stats)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created_at / completed_at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51375" y="1188720"/>
            <a:ext cx="3749039" cy="221284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51375" y="1188720"/>
            <a:ext cx="41148" cy="221284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2815" y="1252728"/>
            <a:ext cx="36118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</a:rPr>
              <a:t>findings_reports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1103" y="1627632"/>
            <a:ext cx="3584447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id (UUID PK)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run_id, rule_id, cwe_id, severity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file_path, line_start, code_snippet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blast_radius, is_baseline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2" y="1188720"/>
            <a:ext cx="3749039" cy="221284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2" y="1188720"/>
            <a:ext cx="41148" cy="221284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2" y="1252728"/>
            <a:ext cx="36118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</a:rPr>
              <a:t>fp_decisions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0" y="1627632"/>
            <a:ext cx="3584447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finding_id (FK)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verdict: REAL|FP|ESCALATED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confidence 0.0–1.0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reasoning, fp_category, source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3566160"/>
            <a:ext cx="3749039" cy="221284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" y="3566160"/>
            <a:ext cx="41148" cy="22128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3630168"/>
            <a:ext cx="36118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finding_embeddings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" y="4005072"/>
            <a:ext cx="3584447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finding_id (FK)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embedding vector(768)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UniXcoder model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pgvector cosine 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51375" y="3566160"/>
            <a:ext cx="3749039" cy="221284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51375" y="3566160"/>
            <a:ext cx="41148" cy="22128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42815" y="3630168"/>
            <a:ext cx="36118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pg_jobs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103" y="4005072"/>
            <a:ext cx="3584447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run_id, job_type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state: pending→processing→done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Async job queue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Watchdog SLA monitoring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01582" y="3566160"/>
            <a:ext cx="3749039" cy="221284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01582" y="3566160"/>
            <a:ext cx="41148" cy="2212848"/>
          </a:xfrm>
          <a:prstGeom prst="rect">
            <a:avLst/>
          </a:prstGeom>
          <a:solidFill>
            <a:srgbClr val="6BF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2" y="3630168"/>
            <a:ext cx="36118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6BFFB8"/>
                </a:solidFill>
              </a:rPr>
              <a:t>human_labels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0" y="4005072"/>
            <a:ext cx="3584447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finding_id (FK)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verdict: REAL|FP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fp_category, reviewer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Feedback loop for 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C8FF"/>
                </a:solidFill>
              </a:rPr>
              <a:t>Key Benefits &amp; 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Why SSDLC outperforms traditional scanners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188720"/>
            <a:ext cx="3749039" cy="221284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88720"/>
            <a:ext cx="45720" cy="221284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80160"/>
            <a:ext cx="36118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🔒  Air-Gap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691640"/>
            <a:ext cx="3566159" cy="1618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Fully local LLM inference via Ollama. No source code, no findings, no API keys leave the network. Ideal for regulated industries.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51375" y="1188720"/>
            <a:ext cx="3749039" cy="221284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51375" y="1188720"/>
            <a:ext cx="45720" cy="221284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1103" y="1280160"/>
            <a:ext cx="36118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</a:rPr>
              <a:t>🧠  Intelligent FP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1103" y="1691640"/>
            <a:ext cx="3566159" cy="1618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3-layer pipeline (rules → LLM → challenger) eliminates noise. Only genuine vulnerabilities reach developers — no alert fatigue.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2" y="1188720"/>
            <a:ext cx="3749039" cy="221284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2" y="1188720"/>
            <a:ext cx="45720" cy="221284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0" y="1280160"/>
            <a:ext cx="36118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</a:rPr>
              <a:t>⚡  Fast End-to-End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0" y="1691640"/>
            <a:ext cx="3566159" cy="1618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All 4 scanners run in parallel. Full pipeline (SAST + SCA + Secrets + SpotBugs + FP + Code Review) completes in under 5 minutes.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3566160"/>
            <a:ext cx="3749039" cy="221284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" y="3566160"/>
            <a:ext cx="45720" cy="22128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" y="3657600"/>
            <a:ext cx="36118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🎯  Context-Aware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" y="4069080"/>
            <a:ext cx="3566159" cy="1618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LLM sees actual vulnerable code lines with 3-line context. Understands framework, CWE, and call path — not just pattern matching.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51375" y="3566160"/>
            <a:ext cx="3749039" cy="221284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51375" y="3566160"/>
            <a:ext cx="45720" cy="22128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61103" y="3657600"/>
            <a:ext cx="36118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📊  Blast Radius Enrichment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103" y="4069080"/>
            <a:ext cx="3566159" cy="1618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Call graph analysis identifies which functions/classes are affected by each vulnerability. Prioritises findings by reachability.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01582" y="3566160"/>
            <a:ext cx="3749039" cy="2212848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01582" y="3566160"/>
            <a:ext cx="45720" cy="2212848"/>
          </a:xfrm>
          <a:prstGeom prst="rect">
            <a:avLst/>
          </a:prstGeom>
          <a:solidFill>
            <a:srgbClr val="6BF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0" y="3657600"/>
            <a:ext cx="36118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6BFFB8"/>
                </a:solidFill>
              </a:rPr>
              <a:t>🔄  Continuous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0" y="4069080"/>
            <a:ext cx="3566159" cy="1618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Human label feedback stored in human_labels table. Vector memory injects similar past decisions as LLM context — improves over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C8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Production-grade open-source components — zero proprietary cloud lock-in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188720"/>
            <a:ext cx="3749039" cy="228600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88720"/>
            <a:ext cx="41148" cy="2286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252728"/>
            <a:ext cx="36118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627632"/>
            <a:ext cx="3584447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Python 3.9+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FastAPI (async)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asyncpg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httpx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Pydantic v2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python-dotenv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51375" y="1188720"/>
            <a:ext cx="3749039" cy="228600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51375" y="1188720"/>
            <a:ext cx="41148" cy="228600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2815" y="1252728"/>
            <a:ext cx="36118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</a:rPr>
              <a:t>LLM /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1103" y="1627632"/>
            <a:ext cx="3584447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Ollama runtime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qwen2.5-coder:14b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llama3.2:3b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UniXcoder (embeddings)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pgvector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Two-tier strategy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2" y="1188720"/>
            <a:ext cx="3749039" cy="228600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2" y="1188720"/>
            <a:ext cx="41148" cy="2286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2" y="1252728"/>
            <a:ext cx="36118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</a:rPr>
              <a:t>SAST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0" y="1627632"/>
            <a:ext cx="3584447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Semgrep OSS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SpotBugs 4.x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FindSecBugs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Docker sandbox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42 OWASP rules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Custom rule packs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3657600"/>
            <a:ext cx="3749039" cy="228600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" y="3657600"/>
            <a:ext cx="41148" cy="2286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3721608"/>
            <a:ext cx="36118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" y="4096512"/>
            <a:ext cx="3584447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PostgreSQL 15+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pgvector extension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asyncpg pool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JSONB metadata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Vector dim=768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Connection pool 2–10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51375" y="3657600"/>
            <a:ext cx="3749039" cy="228600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51375" y="3657600"/>
            <a:ext cx="41148" cy="2286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42815" y="3721608"/>
            <a:ext cx="36118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103" y="4096512"/>
            <a:ext cx="3584447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React 18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TypeScript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Vite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SSE streaming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Tailwind CSS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Command Centre UI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01582" y="3657600"/>
            <a:ext cx="3749039" cy="228600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01582" y="3657600"/>
            <a:ext cx="41148" cy="2286000"/>
          </a:xfrm>
          <a:prstGeom prst="rect">
            <a:avLst/>
          </a:prstGeom>
          <a:solidFill>
            <a:srgbClr val="6BF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2" y="3721608"/>
            <a:ext cx="36118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6BFFB8"/>
                </a:solidFill>
              </a:rPr>
              <a:t>Infra / DevOps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0" y="4096512"/>
            <a:ext cx="3584447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Docker (Semgrep)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Apple Silicon Metal GPU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Async job queue (pg_jobs)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Watchdog SLA monitor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Air-gap deployable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CCD6E0"/>
                </a:solidFill>
              </a:rPr>
              <a:t>• Local-first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C8FF"/>
                </a:solidFill>
              </a:rPr>
              <a:t>Performance Metrics — JavaVulnerableLab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236 Java files · 14 Maven dependencies · Real-world vulnerable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96596" y="1325880"/>
            <a:ext cx="1828800" cy="164592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6596" y="1325880"/>
            <a:ext cx="182880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" y="150876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00C8FF"/>
                </a:solidFill>
              </a:rPr>
              <a:t>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" y="224028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Semgrep
Findings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89988" y="1325880"/>
            <a:ext cx="1828800" cy="164592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89988" y="1325880"/>
            <a:ext cx="1828800" cy="64008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89988" y="150876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00FFA3"/>
                </a:solidFill>
              </a:rPr>
              <a:t>112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9988" y="224028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SpotBugs
Findings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3380" y="1325880"/>
            <a:ext cx="1828800" cy="164592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3380" y="1325880"/>
            <a:ext cx="1828800" cy="640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3380" y="150876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D600"/>
                </a:solidFill>
              </a:rPr>
              <a:t>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3380" y="224028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CVE
Findings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6772" y="1325880"/>
            <a:ext cx="1828800" cy="164592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6772" y="1325880"/>
            <a:ext cx="182880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6772" y="150876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6B6B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772" y="224028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Secrets
Detected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70164" y="1325880"/>
            <a:ext cx="1828800" cy="164592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70164" y="1325880"/>
            <a:ext cx="1828800" cy="64008"/>
          </a:xfrm>
          <a:prstGeom prst="rect">
            <a:avLst/>
          </a:prstGeom>
          <a:solidFill>
            <a:srgbClr val="6BF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70164" y="150876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6BFFB8"/>
                </a:solidFill>
              </a:rPr>
              <a:t>~20%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0164" y="224028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FP
Eliminated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63556" y="1325880"/>
            <a:ext cx="1828800" cy="164592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163556" y="1325880"/>
            <a:ext cx="182880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63556" y="150876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8C00"/>
                </a:solidFill>
              </a:rPr>
              <a:t>&lt;5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63556" y="224028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Full Pipeline
Duration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3246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Pipeline Stage Timing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703320"/>
            <a:ext cx="45720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1803" y="3703320"/>
            <a:ext cx="651149" cy="5029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8379" y="3703320"/>
            <a:ext cx="59628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Semgrep Scan
~11s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1240" y="3703320"/>
            <a:ext cx="457200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453896" y="3703320"/>
            <a:ext cx="457200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590574" y="3703320"/>
            <a:ext cx="4143675" cy="5029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150" y="3703320"/>
            <a:ext cx="4088811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FP Pipeline
~70s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52538" y="3703320"/>
            <a:ext cx="3551722" cy="502920"/>
          </a:xfrm>
          <a:prstGeom prst="rect">
            <a:avLst/>
          </a:prstGeom>
          <a:solidFill>
            <a:srgbClr val="6BF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89114" y="3703320"/>
            <a:ext cx="34968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Code Review
~60s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2548" y="3703320"/>
            <a:ext cx="2663791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59124" y="3703320"/>
            <a:ext cx="2608927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FP Challenger
~45s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0" y="434340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CCD6E0"/>
                </a:solidFill>
              </a:rPr>
              <a:t>⚡ Steps 2–4 run in parallel — wall-clock time dominated by LLM calls (FP pipeline + Code Review)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4754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Typical Verdict Distribution (Semgrep 41 findings)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212080"/>
            <a:ext cx="7423099" cy="5943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" y="5212080"/>
            <a:ext cx="733165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REAL  ~66%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33995" y="5212080"/>
            <a:ext cx="2249424" cy="594360"/>
          </a:xfrm>
          <a:prstGeom prst="rect">
            <a:avLst/>
          </a:prstGeom>
          <a:solidFill>
            <a:srgbClr val="6BF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07147" y="5212080"/>
            <a:ext cx="215798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FP  ~20%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19995" y="5212080"/>
            <a:ext cx="1574596" cy="5943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93147" y="5212080"/>
            <a:ext cx="148315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ESCALATED  ~14%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1612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00C8FF"/>
                </a:solidFill>
              </a:rPr>
              <a:t>SSDLC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1">
                <a:solidFill>
                  <a:srgbClr val="CCD6E0"/>
                </a:solidFill>
              </a:rPr>
              <a:t>Secure • Intelligent • Local • Fast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749039" cy="411480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41148" cy="4114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35608"/>
            <a:ext cx="36118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Phase 0  ✅ —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10512"/>
            <a:ext cx="3584447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Multi-agent scan pipeline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Ollama LLM integration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FP pipeline (L1+L3)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PostgreSQL + pgvector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React Command Centre 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7" y="1371600"/>
            <a:ext cx="3749039" cy="411480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7" y="1371600"/>
            <a:ext cx="41148" cy="41148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7" y="1435608"/>
            <a:ext cx="36118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</a:rPr>
              <a:t>Phase 1  🔄 — Enterprise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5" y="1810512"/>
            <a:ext cx="3584447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HashiCorp Vault secrets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Gitea prompt versioning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CodeQL integration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CI/CD webhook triggers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Multi-repo scanning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4" y="1371600"/>
            <a:ext cx="3749039" cy="4114800"/>
          </a:xfrm>
          <a:prstGeom prst="rect">
            <a:avLst/>
          </a:prstGeom>
          <a:solidFill>
            <a:srgbClr val="13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4" y="1371600"/>
            <a:ext cx="41148" cy="411480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4" y="1435608"/>
            <a:ext cx="36118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FFA3"/>
                </a:solidFill>
              </a:rPr>
              <a:t>Phase 2  📋 —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2" y="1810512"/>
            <a:ext cx="3584447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Fine-tuned security model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Automated rule generation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Cross-scan trend analysis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SBOM generation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CCD6E0"/>
                </a:solidFill>
              </a:rPr>
              <a:t>• Compliance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473952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CCD6E0"/>
                </a:solidFill>
              </a:rPr>
              <a:t>Built on open-source · Local-first · Developer-friendly · Air-gap deployable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